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35748c35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35748c35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5748c35f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5748c35f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5748c35f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35748c35f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3f52b8621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3f52b8621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3f93559c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3f93559c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f93559cf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f93559cf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f93559cf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f93559cf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3f93559cf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3f93559cf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Leg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921" y="0"/>
            <a:ext cx="915792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758800" y="4675504"/>
            <a:ext cx="362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Presentation by Jonathan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Daftar is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Identit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 title="Tempat lokas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 title="Harg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 title="Promos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